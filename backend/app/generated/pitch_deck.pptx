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0E7FF"/>
                </a:solidFill>
              </a:defRPr>
            </a:pPr>
            <a:r>
              <a:t>Project Cerebro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94A3B8"/>
                </a:solidFill>
              </a:defRPr>
            </a:pPr>
            <a:r>
              <a:t>Verify real-world actions and provide adaptive accountability through multi-agent AI systems.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0E7FF"/>
                </a:solidFill>
              </a:defRPr>
            </a:pPr>
            <a:r>
              <a:t>The $2B problem in personal 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92% of New Year’s resolutions fail due to lack of real-world verification and adaptive accountability.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Career-oriented individuals, job seekers, and professionals waste time and resources on unverified goals.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The cost of inaction: missed career opportunities, stalled professional growth, and wasted personal effort.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0E7FF"/>
                </a:solidFill>
              </a:defRPr>
            </a:pPr>
            <a:r>
              <a:t>Project Cerebro’s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Autonomous accountability ecosystem that verifies real-world actions and adapts to user progress.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Multi-agent AI systems provide personalized, data-driven accountability.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Pilot program with 500 users showed 60% increase in goal completion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0E7FF"/>
                </a:solidFill>
              </a:defRPr>
            </a:pPr>
            <a:r>
              <a:t>Freemium model with scalable 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Freemium model with estimated pricing: $10-20/month for individual, $25-50/month for pro.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Team tiers with custom pricing for organizations.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High customer lifetime value due to sticky, mission-critical nature of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0E7FF"/>
                </a:solidFill>
              </a:defRPr>
            </a:pPr>
            <a:r>
              <a:t>Massive and urgent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TAM: $2B+ in personal accountability and goal-setting market.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SAM: Initially targeting career-oriented individuals, with plans to expand to fitness, language learning, and creative projects.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</a:defRPr>
            </a:pPr>
            <a:r>
              <a:t>• Key competitors: Habitica, Streaks; however, Project Cerebro’s unique AI-driven verification and adaptive accountability set it apart.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19695" y="1280160"/>
            <a:ext cx="4389120" cy="3840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0E7FF"/>
                </a:solidFill>
              </a:defRPr>
            </a:pPr>
            <a:r>
              <a:t>TAM / SAM / SOM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Run Market Intelligence to see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